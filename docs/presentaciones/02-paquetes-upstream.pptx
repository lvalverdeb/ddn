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de dos presentaciones. Asume la primera: qué es la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la restricción de diseño más importante del repositorio y explica por qué existen contract.py y solver_adapter/.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test no necesita gateway, ni Redis, ni datos de ruteo. Eso es una promesa de CLAUDE.md.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alguna vez hiciera falta algo fuera de estos cinco, es señal de que la frontera se está erosionando.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§9.1 in, §9.2 out, §7.1 checked on the way back — es literalmente el docstring del paquete.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decisiones están en el docstring de contract.py precisamente para que se discutan, no se descubran.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capacidad se comprueba a propósito en ambos sitios: §7.1 la enuncia dos veces y un desacuerdo entre las dos lecturas merece un test que falle.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travel.py se niega a inventar una duración de tramo: o hay matriz o no hay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VRP_MODEL_PATH es cómo la tooling de la plataforma encuentra modelos que ella no distribuye. Es otro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de CLAUDE.md. Las capacidades están medidas por docs/solver-capabilities.py, que produce cada línea citada.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La frontera es el producto: si se erosiona, el repositorio deja de ser una integración y pasa a ser una bifurcación de la plataforma.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051560"/>
            <a:ext cx="3291840" cy="3291840"/>
          </a:xfrm>
          <a:prstGeom prst="ellipse">
            <a:avLst/>
          </a:prstGeom>
          <a:solidFill>
            <a:srgbClr val="B8504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5029200"/>
            <a:ext cx="2194560" cy="2194560"/>
          </a:xfrm>
          <a:prstGeom prst="ellipse">
            <a:avLst/>
          </a:prstGeom>
          <a:solidFill>
            <a:srgbClr val="A7BEAE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INTERNA · ESPECIFICACIÓN v0.14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DDN implementa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 paquetes upstream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61188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vrp-platform, pyvrp y el gateway OSRM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ddn/__init__.py · pyproject.toml · 22 de septiembre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ddn/__init__.py · LA FRONTERA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regla que ordena todo el repositorio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10972800" cy="1783080"/>
          </a:xfrm>
          <a:prstGeom prst="roundRect">
            <a:avLst>
              <a:gd name="adj" fmla="val 359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1755648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50" i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«Este paquete está aguas abajo de la plataforma y del gateway. Depende de vrp-platform y llama al gateway OSRM para las matrices de viaje; ninguno de los dos sabe que este repositorio existe, y nada aquí puede exigirles que lo sepan.»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94360" y="3611880"/>
            <a:ext cx="3474720" cy="2240280"/>
          </a:xfrm>
          <a:prstGeom prst="roundRect">
            <a:avLst>
              <a:gd name="adj" fmla="val 2857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386791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99032" y="3886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plataforma es una dependencia, no una copia.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782312"/>
            <a:ext cx="29260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fija por etiqueta git y se consume. No se bifurca ni se copia dentro del repositorio.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3611880"/>
            <a:ext cx="3474720" cy="2240280"/>
          </a:xfrm>
          <a:prstGeom prst="roundRect">
            <a:avLst>
              <a:gd name="adj" fmla="val 2857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386791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17720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3886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Ningún cambio aquí puede exigir uno upstream.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4782312"/>
            <a:ext cx="29260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DDN necesita algo que la plataforma no da, se resuelve en DDN o se documenta como fallback.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3611880"/>
            <a:ext cx="3474720" cy="2240280"/>
          </a:xfrm>
          <a:prstGeom prst="roundRect">
            <a:avLst>
              <a:gd name="adj" fmla="val 2857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66760" y="386791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66760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897112" y="388620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Aquí vive lo que la plataforma no modela.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4782312"/>
            <a:ext cx="29260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Deliberadamente: el ciclo de vida a través del día, el mapeo del contrato, el corte, la flota.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DEPENDENCIAS · pyproject.toml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dos upstream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5349240" cy="3200400"/>
          </a:xfrm>
          <a:prstGeom prst="roundRect">
            <a:avLst>
              <a:gd name="adj" fmla="val 200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4708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vrp-platform[pyvrp]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39572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Fijado por etiqueta git, no desde un índice de paquetes — no hay ninguno del que pudiera descargarse.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186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vrp-platform[pyvrp] @ git+https://github.com/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lvalverdeb/osrm-microservice@v0.4.0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968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[pyvrp] porque DDN resuelve: el adaptador importa pyvrp a nivel de módulo.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5349240" cy="3200400"/>
          </a:xfrm>
          <a:prstGeom prst="roundRect">
            <a:avLst>
              <a:gd name="adj" fmla="val 200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37960" y="1828800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184708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OSRM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39572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 de viaje por carretera. Es un servicio, no una librería: se le llama, no se le importa.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2186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vrp.matrix.build_large_matrix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vrp.matrix.PairCache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968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suite reproduce una tabla OSRM real en vez de calcular líneas rectas, así que corre sin datos de ruteo.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5029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más hace falta para clonarlo. osrm-microservice es público — el README afirmó durante mucho tiempo que hacían falta dos repositorios privados, y las dos afirmaciones convivieron hasta que una ejecución de CI obligó a comprobarlo.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SUPERFICIE DE API CONSUMIDA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aporta cada módulo upstream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17904"/>
            <a:ext cx="10972800" cy="786384"/>
          </a:xfrm>
          <a:prstGeom prst="roundRect">
            <a:avLst>
              <a:gd name="adj" fmla="val 814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2763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vrp.model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62763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 · Solution · Vehicle · TravelMatrix · TimeWindow · Lock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609344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 dominio: la forma que el solver entiende.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2386584"/>
            <a:ext cx="10972800" cy="786384"/>
          </a:xfrm>
          <a:prstGeom prst="roundRect">
            <a:avLst>
              <a:gd name="adj" fmla="val 814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68680" y="24963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vrp.solve.pyvrp_adapter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49631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2478024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solver propiamente dicho.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255264"/>
            <a:ext cx="10972800" cy="786384"/>
          </a:xfrm>
          <a:prstGeom prst="roundRect">
            <a:avLst>
              <a:gd name="adj" fmla="val 814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336499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vrp.verify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36499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3346704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Diecisiete invariantes, en un paquete que no comparte código con el solver.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4123944"/>
            <a:ext cx="10972800" cy="786384"/>
          </a:xfrm>
          <a:prstGeom prst="roundRect">
            <a:avLst>
              <a:gd name="adj" fmla="val 814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42336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vrp.servicemodel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423367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4215384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Tiempos de servicio por parada.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4992624"/>
            <a:ext cx="10972800" cy="786384"/>
          </a:xfrm>
          <a:prstGeom prst="roundRect">
            <a:avLst>
              <a:gd name="adj" fmla="val 814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510235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vrp.matrix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5102352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build_large_matrix · PairCache · submatrix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5084064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y cacheo de matrices desde el gateway.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0533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superficie consumida cabe en cinco módulos. Nada importa de internos de pyvrp: el adaptador de la plataforma es la única puerta al solver.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ddn/contract.py + ddn/solver_adapter/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frontera: §9.1 entra, §9.2 sale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0972800" cy="1261872"/>
          </a:xfrm>
          <a:prstGeom prst="roundRect">
            <a:avLst>
              <a:gd name="adj" fmla="val 5072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1984248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6968" y="1984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7393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Entrada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9456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registros de §9.1 de la operación se traducen a un Problem de la plataforma.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184708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ddn/contract.py  →  vrp.model.Problem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2962656"/>
            <a:ext cx="10972800" cy="1261872"/>
          </a:xfrm>
          <a:prstGeom prst="roundRect">
            <a:avLst>
              <a:gd name="adj" fmla="val 5072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86968" y="3374136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6968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1638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Resolución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58444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 va al solver de la plataforma y vuelve como Solution.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3236976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vrp.solve.pyvrp_adapter.solve  →  vrp.model.Solution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" y="4352544"/>
            <a:ext cx="10972800" cy="1261872"/>
          </a:xfrm>
          <a:prstGeom prst="roundRect">
            <a:avLst>
              <a:gd name="adj" fmla="val 5072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86968" y="4764024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86968" y="4764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5537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Salida y comprobación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97433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Solution se convierte en los registros de §9.2, y §7.1 se comprueba a la vuelta.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4626864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ddn/solver_adapter/output.py + postcheck.py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contract.py y solver_adapter/ son la misma frontera: el paquete delega en contract.py en vez de repetirlo, y CLAUDE.md lo registra así hasta que se mueva.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ddn/contract.py · DONDE SE MALINTERPRETA UNA OPERACIÓN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tres decisiones del mapeo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1790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contrato de datos de la operación y el modelo de dominio de la plataforma son distintas. El mapeo es donde una operación se malinterpreta más fácilmente — por eso está escrito, no implícito.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224028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487168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Prioridad = tramo + premio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8587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§8.1 pide un número con las clases como tramos. La plataforma los compila en bonos que crecen multiplicativamente con el número de tramos distintos: los 1.098 valores del ejemplo de §8.1 pasarían int64. Así que el tramo va a priority_tier y la puntuación a prize.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24028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487168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1772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reloj del SLA no es la prioridad comercial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8587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§6.1 avisa de que el algoritmo de priorización ya dobla la proximidad al SLA dentro de su puntuación; volver a ponderarla la contaría dos veces. priority_source separa COMMERCIAL de SLA, y el tramo 0 se sirve pase lo que pase.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92440" y="224028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487168"/>
            <a:ext cx="457200" cy="4572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6676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054096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triaje va antes de la matriz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8587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paquete rechazado por dirección o por SLA vencido no es una decisión de ruteo y no debe ocupar una fila de matriz: build_large_matrix cuesta una ida y vuelta de red por bloque. De ahí dos pasos, triaje y luego matriz.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54406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cuarta decisión: un status ausente no es un rechazo. El campo es cómo un llamante se adhiere a la puerta de «solo sobres listos»; su ausencia deja el pool como estaba.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ddn/solver_adapter/postcheck.py · §7.1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Verificación: se usa, no se reimplementa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536192"/>
            <a:ext cx="10972800" cy="868680"/>
          </a:xfrm>
          <a:prstGeom prst="roundRect">
            <a:avLst>
              <a:gd name="adj" fmla="val 7368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66420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vrp.verify comprueba diecisiete invariantes y es un paquete aparte que no comparte código con el solver — exactamente la independencia que necesita una comprobación.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260604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6968" y="27889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de la plataforma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2004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frente al turno (INV-6) · skills (INV-10) · tiempos de liberación (INV-17) · locks (INV-8) · aritmética de ventanas (INV-3, INV-4, INV-7).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60604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10528" y="278892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de DDN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320040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módulo traduce lo que el verificador reporta al lenguaje de §7.1 y añade los enunciados que no puede ver, porque son hechos sobre la operación y no sobre la ruta.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4937760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5084064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de los trece se responden desde un solo solve. Cinco no.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«Un sobre, un vehículo por día» abarca siete solves; «despachar solo tras la llegada física» necesita el plan de línea troncal. De ahí dos funciones: check_route_constraints y check_day_constraints.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vrp.matrix + ddn/model/travel.py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gateway: el viaje es por carretera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3291840" cy="2286000"/>
          </a:xfrm>
          <a:prstGeom prst="roundRect">
            <a:avLst>
              <a:gd name="adj" fmla="val 280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~40 %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432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quedaban cortas las líneas rectas frente al viaje real por carretera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691640"/>
            <a:ext cx="7406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es un detalle.</a:t>
            </a:r>
            <a:endParaRPr lang="en-US" sz="17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 asigna por distancia por carretera, las etapas toman una matriz construida por el gateway, y la suite reproduce una tabla OSRM real en vez de calcular rectas. Con rectas, la comprobación de furgonetas de §8.3 se reportaba como correcta cuando en realidad se incumple.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94360" y="4114800"/>
            <a:ext cx="5349240" cy="1783080"/>
          </a:xfrm>
          <a:prstGeom prst="roundRect">
            <a:avLst>
              <a:gd name="adj" fmla="val 359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437083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370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99032" y="4389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Indexada por coordenada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19472"/>
            <a:ext cx="48006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posición de una furgoneta de recolección es una coordenada — es donde quedó la última valija —, así que no hay id que buscar una vez ha salido del hub.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4114800"/>
            <a:ext cx="5349240" cy="1783080"/>
          </a:xfrm>
          <a:prstGeom prst="roundRect">
            <a:avLst>
              <a:gd name="adj" fmla="val 359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437083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4370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022592" y="4389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…y por id, cuando lo hay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919472"/>
            <a:ext cx="48006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circuitos de §5.3.2 son el caso en que sí existe: un depósito es un sitio fijo con nombre, y esos pares se leen de la misma matriz.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REPARTO DE RESPONSABILIDADES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vive en DDN y no upstream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17904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deliberadamente no modela estas cuatro cosas. Son las que hacen de esta una operación y no un problema de ruteo.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" y="2148840"/>
            <a:ext cx="5349240" cy="1463040"/>
          </a:xfrm>
          <a:prstGeom prst="roundRect">
            <a:avLst>
              <a:gd name="adj" fmla="val 4375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40487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404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99032" y="2423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 vida de resultados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53512"/>
            <a:ext cx="4800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cruza el límite del día: pospuestos, reintentos, SLA. §6.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4375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92240" y="2404872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2240" y="2404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022592" y="2423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mapeo del contrato de datos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953512"/>
            <a:ext cx="4800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registros de §9.1 a un Problem. §9.1.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3721608"/>
            <a:ext cx="5349240" cy="1463040"/>
          </a:xfrm>
          <a:prstGeom prst="roundRect">
            <a:avLst>
              <a:gd name="adj" fmla="val 4375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99032" y="39959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partición de corte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26280"/>
            <a:ext cx="4800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entra en el día y qué se procesa mañana. §5.2.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3721608"/>
            <a:ext cx="5349240" cy="1463040"/>
          </a:xfrm>
          <a:prstGeom prst="roundRect">
            <a:avLst>
              <a:gd name="adj" fmla="val 4375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92240" y="397764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9224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022592" y="39959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distribución diaria de flota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4526280"/>
            <a:ext cx="4800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reparto de motos y furgonetas entre instalaciones. §4.2.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54406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modelos de entrega viven aquí, en models/, y no upstream: describen esta operación y se leen por ruta — este repositorio distribuye los archivos y sabe dónde están.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0233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MIRAR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94944"/>
            <a:ext cx="10972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archivos explican la frontera entera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94360" y="1600200"/>
            <a:ext cx="10972800" cy="914400"/>
          </a:xfrm>
          <a:prstGeom prst="roundRect">
            <a:avLst>
              <a:gd name="adj" fmla="val 700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6479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ddn/__init__.py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303520" y="1746504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regla: aguas abajo de la plataforma y del gateway.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624328"/>
            <a:ext cx="10972800" cy="914400"/>
          </a:xfrm>
          <a:prstGeom prst="roundRect">
            <a:avLst>
              <a:gd name="adj" fmla="val 700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14400" y="278892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ddn/contract.py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2770632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mapeo, con sus razones escritas en el docstring.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648456"/>
            <a:ext cx="10972800" cy="914400"/>
          </a:xfrm>
          <a:prstGeom prst="roundRect">
            <a:avLst>
              <a:gd name="adj" fmla="val 7000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14400" y="381304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ddn/solver_adapter/postcheck.py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3794760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§7.1 comprobado: ocho por ruta, cinco por día.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4672584"/>
            <a:ext cx="10972800" cy="914400"/>
          </a:xfrm>
          <a:prstGeom prst="roundRect">
            <a:avLst>
              <a:gd name="adj" fmla="val 7000"/>
            </a:avLst>
          </a:prstGeom>
          <a:solidFill>
            <a:srgbClr val="EEF2EF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4400" y="483717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docs/solver-capabilities.md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4818888"/>
            <a:ext cx="5943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soporta el solver — medido, no supuesto.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5760720"/>
            <a:ext cx="10972800" cy="777240"/>
          </a:xfrm>
          <a:prstGeom prst="roundRect">
            <a:avLst>
              <a:gd name="adj" fmla="val 8235"/>
            </a:avLst>
          </a:prstGeom>
          <a:solidFill>
            <a:srgbClr val="E7E8D1"/>
          </a:solidFill>
          <a:ln/>
          <a:effectLst>
            <a:outerShdw sx="100000" sy="100000" kx="0" ky="0" algn="bl" rotWithShape="0" blurRad="1270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8978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capacidades del solver no se inventan.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A4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función no está confirmada en docs/solver-capabilities.md, se implementa el fallback que nombra la especificación y se señala.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051560"/>
            <a:ext cx="3291840" cy="3291840"/>
          </a:xfrm>
          <a:prstGeom prst="ellipse">
            <a:avLst/>
          </a:prstGeom>
          <a:solidFill>
            <a:srgbClr val="B8504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5029200"/>
            <a:ext cx="2194560" cy="2194560"/>
          </a:xfrm>
          <a:prstGeom prst="ellipse">
            <a:avLst/>
          </a:prstGeom>
          <a:solidFill>
            <a:srgbClr val="A7BEAE">
              <a:alpha val="14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DDN traduce una operación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un problema que otro resuelve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611880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comprueba, a la vuelta, que la respuesta sirve para la operación.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1 — DDN: conceptos básicos de la operación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Cómo DDN implementa sus paquetes upstream</dc:title>
  <dc:subject>PptxGenJS Presentation</dc:subject>
  <dc:creator>DDN</dc:creator>
  <cp:lastModifiedBy>DDN</cp:lastModifiedBy>
  <cp:revision>1</cp:revision>
  <dcterms:created xsi:type="dcterms:W3CDTF">2026-09-22T16:22:33Z</dcterms:created>
  <dcterms:modified xsi:type="dcterms:W3CDTF">2026-09-22T16:22:33Z</dcterms:modified>
</cp:coreProperties>
</file>