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de dos presentaciones. Asume la primera: qué es la operación.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restricción de diseño más importante del repositorio y explica por qué existen contract.py y solver_adapter/.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test no necesita gateway, ni Redis, ni datos de ruteo. Eso es una promesa de CLAUDE.md.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alguna vez hiciera falta algo fuera de estos cinco, es señal de que la frontera se está erosionando.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§9.1 in, §9.2 out, §7.1 checked on the way back — es literalmente el docstring del paquete.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decisiones están en el docstring de contract.py precisamente para que se discutan, no se descubran.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capacidad se comprueba a propósito en ambos sitios: §7.1 la enuncia dos veces y un desacuerdo entre las dos lecturas merece un test que falle.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travel.py se niega a inventar una duración de tramo: o hay matriz o no hay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VRP_MODEL_PATH es cómo la tooling de la plataforma encuentra modelos que ella no distribuye. Es otro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de CLAUDE.md. Las capacidades están medidas por docs/solver-capabilities.py, que produce cada línea citada.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La frontera es el producto: si se erosiona, el repositorio deja de ser una integración y pasa a ser una bifurcación de la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51560"/>
            <a:ext cx="3291840" cy="3291840"/>
          </a:xfrm>
          <a:prstGeom prst="ellipse">
            <a:avLst/>
          </a:prstGeom>
          <a:solidFill>
            <a:srgbClr val="B8504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5029200"/>
            <a:ext cx="2194560" cy="2194560"/>
          </a:xfrm>
          <a:prstGeom prst="ellipse">
            <a:avLst/>
          </a:prstGeom>
          <a:solidFill>
            <a:srgbClr val="A7BEAE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INTERNA · ESPECIFICACIÓN v0.14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DDN implementa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 paquetes upstream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6118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vrp-platform, pyvrp y el gateway OSRM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ddn/__init__.py · pyproject.toml · 22 de septiembre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ddn/__init__.py · LA FRONTERA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regla que ordena todo el repositorio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783080"/>
          </a:xfrm>
          <a:prstGeom prst="roundRect">
            <a:avLst>
              <a:gd name="adj" fmla="val 3590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755648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50" i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«Este paquete está aguas abajo de la plataforma y del gateway. Depende de vrp-platform y llama al gateway OSRM para las matrices de viaje; ninguno de los dos sabe que este repositorio existe, y nada aquí puede exigirles que lo sepan.»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94360" y="3611880"/>
            <a:ext cx="3474720" cy="1572768"/>
          </a:xfrm>
          <a:prstGeom prst="roundRect">
            <a:avLst>
              <a:gd name="adj" fmla="val 407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867912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99032" y="3886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plataforma es una dependencia, no una copia.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3982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fija por etiqueta git y se consume. No se bifurca ni se copia dentro del repositorio.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3611880"/>
            <a:ext cx="3474720" cy="1572768"/>
          </a:xfrm>
          <a:prstGeom prst="roundRect">
            <a:avLst>
              <a:gd name="adj" fmla="val 407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3867912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48072" y="3886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Ningún cambio aquí puede exigir uno upstream.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3982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DDN necesita algo que la plataforma no da, se resuelve en DDN o se documenta como fallback.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3611880"/>
            <a:ext cx="3474720" cy="1572768"/>
          </a:xfrm>
          <a:prstGeom prst="roundRect">
            <a:avLst>
              <a:gd name="adj" fmla="val 407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3867912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38862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Aquí vive lo que la plataforma no modela.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3982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Deliberadamente: el ciclo de vida a través del día, el mapeo del contrato, el corte, la flota.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· pyproject.toml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dos upstream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3200400"/>
          </a:xfrm>
          <a:prstGeom prst="roundRect">
            <a:avLst>
              <a:gd name="adj" fmla="val 200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470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vrp-platform[pyvrp]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9572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Fijado por etiqueta git, no desde un índice de paquetes — no hay ninguno del que pudiera descargarse.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186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vrp-platform[pyvrp] @ git+https://github.com/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lvalverdeb/osrm-microservice@v0.4.0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6849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[pyvrp] porque DDN resuelve: el adaptador importa pyvrp a nivel de módulo.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349240" cy="3200400"/>
          </a:xfrm>
          <a:prstGeom prst="roundRect">
            <a:avLst>
              <a:gd name="adj" fmla="val 200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182880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470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OSRM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39572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viaje por carretera. Es un servicio, no una librería: se le llama, no se le importa.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2186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vrp.matrix.build_large_matrix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vrp.matrix.PairCache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96849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 reproduce una tabla OSRM real en vez de calcular líneas rectas, así que corre sin datos de ruteo.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5029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más hace falta para clonarlo. osrm-microservice es público — el README afirmó durante mucho tiempo que hacían falta dos repositorios privados, y las dos afirmaciones convivieron hasta que una ejecución de CI obligó a comprobarlo.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DE API CONSUMIDA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aporta cada módulo upstream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786384"/>
          </a:xfrm>
          <a:prstGeom prst="roundRect">
            <a:avLst>
              <a:gd name="adj" fmla="val 8140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642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vrp.model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66420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· Solution · Vehicle · TravelMatrix · TimeWindow · Lock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645920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dominio: la forma que el solver entiende.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450592"/>
            <a:ext cx="10972800" cy="786384"/>
          </a:xfrm>
          <a:prstGeom prst="roundRect">
            <a:avLst>
              <a:gd name="adj" fmla="val 814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25603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vrp.solve.pyvrp_adapter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5603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542032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solver propiamente dicho.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346704"/>
            <a:ext cx="10972800" cy="786384"/>
          </a:xfrm>
          <a:prstGeom prst="roundRect">
            <a:avLst>
              <a:gd name="adj" fmla="val 8140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345643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vrp.verify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45643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438144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Diecisiete invariantes, en un paquete que no comparte código con el solver.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242816"/>
            <a:ext cx="10972800" cy="786384"/>
          </a:xfrm>
          <a:prstGeom prst="roundRect">
            <a:avLst>
              <a:gd name="adj" fmla="val 814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43525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vrp.servicemodel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435254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4334256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servicio por parada.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138928"/>
            <a:ext cx="10972800" cy="786384"/>
          </a:xfrm>
          <a:prstGeom prst="roundRect">
            <a:avLst>
              <a:gd name="adj" fmla="val 8140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524865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vrp.matrix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52486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build_large_matrix · PairCache · submatrix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5230368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y cacheo de matrices desde el gateway.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108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superficie consumida cabe en cinco módulos. Nada importa de internos de pyvrp: el adaptador de la plataforma es la única puerta al solver.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ddn/contract.py + ddn/solver_adapter/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frontera: §9.1 entra, §9.2 sale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10972800" cy="1261872"/>
          </a:xfrm>
          <a:prstGeom prst="roundRect">
            <a:avLst>
              <a:gd name="adj" fmla="val 5072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98424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739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945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registros de §9.1 de la operación se traducen a un Problem de la plataforma.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184708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ddn/contract.py  →  vrp.model.Problem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962656"/>
            <a:ext cx="10972800" cy="1261872"/>
          </a:xfrm>
          <a:prstGeom prst="roundRect">
            <a:avLst>
              <a:gd name="adj" fmla="val 5072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86968" y="3374136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1638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Resolución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58444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 va al solver de la plataforma y vuelve como Solution.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23697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vrp.solve.pyvrp_adapter.solve  →  vrp.model.Solution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352544"/>
            <a:ext cx="10972800" cy="1261872"/>
          </a:xfrm>
          <a:prstGeom prst="roundRect">
            <a:avLst>
              <a:gd name="adj" fmla="val 5072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6968" y="476402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6968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5537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Salida y comprobación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97433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se convierte en los registros de §9.2, y §7.1 se comprueba a la vuelta.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462686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ddn/solver_adapter/output.py + postcheck.py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contract.py y solver_adapter/ son la misma frontera: el paquete delega en contract.py en vez de repetirlo, y CLAUDE.md lo registra así hasta que se mueva.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ddn/contract.py · DONDE SE MALINTERPRETA UNA OPERACIÓN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tres decisiones del mapeo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179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del contrato de datos de la operación y el modelo de dominio de la plataforma son distintas. El mapeo es donde una operación se malinterpreta más fácilmente — por eso está escrito, no implícito.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3474720" cy="3017520"/>
          </a:xfrm>
          <a:prstGeom prst="roundRect">
            <a:avLst>
              <a:gd name="adj" fmla="val 2121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8716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540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 = tramo + premio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58768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§8.1 pide un número con las clases como tramos. La plataforma los compila en bonos que crecen multiplicativamente con el número de tramos distintos: los 1.098 valores del ejemplo de §8.1 pasarían int64. Así que el tramo va a priority_tier y la puntuación a prize.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240280"/>
            <a:ext cx="3474720" cy="3017520"/>
          </a:xfrm>
          <a:prstGeom prst="roundRect">
            <a:avLst>
              <a:gd name="adj" fmla="val 2121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48716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0540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reloj del SLA no es la prioridad comercial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858768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§6.1 avisa de que el algoritmo de priorización ya dobla la proximidad al SLA dentro de su puntuación; volver a ponderarla la contaría dos veces. priority_source separa COMMERCIAL de SLA, y el tramo 0 se sirve pase lo que pase.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2240280"/>
            <a:ext cx="3474720" cy="3017520"/>
          </a:xfrm>
          <a:prstGeom prst="roundRect">
            <a:avLst>
              <a:gd name="adj" fmla="val 2121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48716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0540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triaje va antes de la matriz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858768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paquete rechazado por dirección o por SLA vencido no es una decisión de ruteo y no debe ocupar una fila de matriz: build_large_matrix cuesta una ida y vuelta por tesela. De ahí dos pasos, triaje y luego matriz.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440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cuarta decisión: un status ausente no es un rechazo. El campo es cómo un llamante se adhiere a la puerta de «solo sobres listos»; su ausencia deja el pool como estaba.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ddn/solver_adapter/postcheck.py · §7.1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Verificación: se usa, no se reimplementa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10972800" cy="868680"/>
          </a:xfrm>
          <a:prstGeom prst="roundRect">
            <a:avLst>
              <a:gd name="adj" fmla="val 7368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6642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vrp.verify comprueba diecisiete invariantes y es un paquete aparte que no comparte código con el solver — exactamente la independencia que necesita una comprobación.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260604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86968" y="27889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de la plataforma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2004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frente al turno (INV-6) · skills (INV-10) · tiempos de liberación (INV-17) · locks (INV-8) · aritmética de ventanas (INV-3, INV-4, INV-7).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60604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10528" y="27889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de DDN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32004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traduce lo que el verificador reporta al lenguaje de §7.1 y añade los enunciados que no puede ver, porque son hechos sobre la operación y no sobre la ruta.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937760"/>
            <a:ext cx="10972800" cy="1024128"/>
          </a:xfrm>
          <a:prstGeom prst="roundRect">
            <a:avLst>
              <a:gd name="adj" fmla="val 6250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508406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de los trece se responden desde un solo solve. Cinco no.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«Un sobre, un vehículo por día» abarca siete solves; «despachar solo tras la llegada física» necesita el plan de línea troncal. De ahí dos funciones: check_route_constraints y check_day_constraints.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vrp.matrix + ddn/model/travel.py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gateway: el viaje es por carretera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291840" cy="2286000"/>
          </a:xfrm>
          <a:prstGeom prst="roundRect">
            <a:avLst>
              <a:gd name="adj" fmla="val 2800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~40 %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quedaban cortas las líneas rectas frente al viaje real por carretera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691640"/>
            <a:ext cx="7406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 detalle.</a:t>
            </a:r>
            <a:endParaRPr lang="en-US" sz="17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§3.3 asigna por distancia por carretera, las etapas toman una matriz construida por el gateway, y la suite reproduce una tabla OSRM real en vez de calcular rectas. Con rectas, la comprobación de furgonetas de §8.3 se reportaba como correcta cuando en realidad se incumple.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4114800"/>
            <a:ext cx="5349240" cy="1600200"/>
          </a:xfrm>
          <a:prstGeom prst="roundRect">
            <a:avLst>
              <a:gd name="adj" fmla="val 400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4370832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370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99032" y="4389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Indexada por coordenada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90118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posición de una furgoneta de recogida es una coordenada — es donde quedó la última valija —, así que no hay id que buscar una vez ha salido del hub.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4114800"/>
            <a:ext cx="5349240" cy="1600200"/>
          </a:xfrm>
          <a:prstGeom prst="roundRect">
            <a:avLst>
              <a:gd name="adj" fmla="val 400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4370832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4370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022592" y="4389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…y por id, cuando lo hay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90118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circuitos de §5.3.2 son el caso en que sí existe: un depósito es un sitio fijo con nombre, y esos pares se leen de la misma matriz.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REPARTO DE RESPONSABILIDADES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vive en DDN y no upstream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179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deliberadamente no modela estas cuatro cosas. Son las que hacen de esta una operación y no un problema de ruteo.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04872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04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24231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 vida de resultados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352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cruza el límite del día: pospuestos, reintentos, SLA. §6.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404872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404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22592" y="24231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mapeo del contrato de datos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9352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registros de §9.1 a un Problem. §9.1.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3721608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99032" y="39959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partición de corte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5079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entra en el día y qué se procesa mañana. §5.2.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721608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3977640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22592" y="39959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distribución diaria de flota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5079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reparto de motos y furgonetas entre instalaciones. §4.2.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5440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de entrega viven aquí, en models/, y no upstream: describen esta operación y se leen por ruta — este repositorio distribuye los ficheros y sabe dónde están.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MIRAR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ficheros explican la frontera entera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914400"/>
          </a:xfrm>
          <a:prstGeom prst="roundRect">
            <a:avLst>
              <a:gd name="adj" fmla="val 7000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647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ddn/__init__.py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1746504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regla: aguas abajo de la plataforma y del gateway.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624328"/>
            <a:ext cx="10972800" cy="914400"/>
          </a:xfrm>
          <a:prstGeom prst="roundRect">
            <a:avLst>
              <a:gd name="adj" fmla="val 700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7889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ddn/contract.py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2770632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mapeo, con sus razones escritas en el docstring.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648456"/>
            <a:ext cx="10972800" cy="914400"/>
          </a:xfrm>
          <a:prstGeom prst="roundRect">
            <a:avLst>
              <a:gd name="adj" fmla="val 7000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813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ddn/solver_adapter/postcheck.py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3794760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§7.1 comprobado: ocho por ruta, cinco por día.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672584"/>
            <a:ext cx="10972800" cy="914400"/>
          </a:xfrm>
          <a:prstGeom prst="roundRect">
            <a:avLst>
              <a:gd name="adj" fmla="val 700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" y="48371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docs/solver-capabilities.md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4818888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soporta el solver — medido, no supuesto.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5760720"/>
            <a:ext cx="10972800" cy="777240"/>
          </a:xfrm>
          <a:prstGeom prst="roundRect">
            <a:avLst>
              <a:gd name="adj" fmla="val 8235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58978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inventes capacidades del solver.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función no está confirmada en docs/solver-capabilities.md, se implementa el fallback que nombra la especificación y se señala.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51560"/>
            <a:ext cx="3291840" cy="3291840"/>
          </a:xfrm>
          <a:prstGeom prst="ellipse">
            <a:avLst/>
          </a:prstGeom>
          <a:solidFill>
            <a:srgbClr val="B8504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5029200"/>
            <a:ext cx="2194560" cy="2194560"/>
          </a:xfrm>
          <a:prstGeom prst="ellipse">
            <a:avLst/>
          </a:prstGeom>
          <a:solidFill>
            <a:srgbClr val="A7BEAE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DDN traduce una operación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 problema que otro resuelve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6118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comprueba, a la vuelta, que la respuesta sirve para la operación.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1 — DDN: conceptos básicos de la operación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DDN implementa sus paquetes upstream</dc:title>
  <dc:subject>PptxGenJS Presentation</dc:subject>
  <dc:creator>DDN</dc:creator>
  <cp:lastModifiedBy>DDN</cp:lastModifiedBy>
  <cp:revision>1</cp:revision>
  <dcterms:created xsi:type="dcterms:W3CDTF">2026-09-22T15:58:20Z</dcterms:created>
  <dcterms:modified xsi:type="dcterms:W3CDTF">2026-09-22T15:58:20Z</dcterms:modified>
</cp:coreProperties>
</file>